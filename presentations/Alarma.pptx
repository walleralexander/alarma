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2809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37160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EmsAlarm</a:t>
            </a:r>
            <a:endParaRPr lang="en-US" sz="4800" dirty="0"/>
          </a:p>
        </p:txBody>
      </p:sp>
      <p:sp>
        <p:nvSpPr>
          <p:cNvPr id="3" name="Text 1"/>
          <p:cNvSpPr/>
          <p:nvPr/>
        </p:nvSpPr>
        <p:spPr>
          <a:xfrm>
            <a:off x="457200" y="2468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2C3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Multi-Channel Notification Gateway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30175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5F5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SMS | WhatsApp | Signal | Teams | E-Mail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457200" y="3749040"/>
            <a:ext cx="82296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5F5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 Konzept von
</a:t>
            </a:r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Alexander Waller und Claude AI
</a:t>
            </a:r>
            <a:pPr algn="ctr" indent="0" marL="0">
              <a:buNone/>
            </a:pPr>
            <a:r>
              <a:rPr lang="en-US" sz="1200" dirty="0">
                <a:solidFill>
                  <a:srgbClr val="F5F5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
Stadt Hohenems
</a:t>
            </a:r>
            <a:pPr algn="ctr" indent="0" marL="0">
              <a:buNone/>
            </a:pPr>
            <a:r>
              <a:rPr lang="en-US" sz="1000" dirty="0">
                <a:solidFill>
                  <a:srgbClr val="F5F5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Organisation, Prozessmanagement und IT
</a:t>
            </a:r>
            <a:pPr algn="ctr" indent="0" marL="0">
              <a:buNone/>
            </a:pPr>
            <a:r>
              <a:rPr lang="en-US" sz="1000" dirty="0">
                <a:solidFill>
                  <a:srgbClr val="F5F5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30. Januar 2026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280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Problem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371600"/>
            <a:ext cx="3886200" cy="1280160"/>
          </a:xfrm>
          <a:prstGeom prst="rect">
            <a:avLst/>
          </a:prstGeom>
          <a:solidFill>
            <a:srgbClr val="F5F5F5"/>
          </a:solidFill>
          <a:ln w="25400">
            <a:solidFill>
              <a:srgbClr val="00A89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31520" y="150876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💸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1554480" y="155448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Hohe Kosten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554480" y="1920240"/>
            <a:ext cx="2560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SMS-Gateways: €50-100/Monat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800600" y="1371600"/>
            <a:ext cx="3886200" cy="1280160"/>
          </a:xfrm>
          <a:prstGeom prst="rect">
            <a:avLst/>
          </a:prstGeom>
          <a:solidFill>
            <a:srgbClr val="F5F5F5"/>
          </a:solidFill>
          <a:ln w="25400">
            <a:solidFill>
              <a:srgbClr val="00A89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074920" y="150876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🔧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5897880" y="155448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Komplexität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897880" y="1920240"/>
            <a:ext cx="2560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Verschiedene APIs für jeden Kanal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3017520"/>
            <a:ext cx="3886200" cy="1280160"/>
          </a:xfrm>
          <a:prstGeom prst="rect">
            <a:avLst/>
          </a:prstGeom>
          <a:solidFill>
            <a:srgbClr val="F5F5F5"/>
          </a:solidFill>
          <a:ln w="25400">
            <a:solidFill>
              <a:srgbClr val="00A89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0" y="315468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🔒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1554480" y="320040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Datenschutz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554480" y="3566160"/>
            <a:ext cx="2560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Sensible Daten über externe Services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800600" y="3017520"/>
            <a:ext cx="3886200" cy="1280160"/>
          </a:xfrm>
          <a:prstGeom prst="rect">
            <a:avLst/>
          </a:prstGeom>
          <a:solidFill>
            <a:srgbClr val="F5F5F5"/>
          </a:solidFill>
          <a:ln w="25400">
            <a:solidFill>
              <a:srgbClr val="00A89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074920" y="315468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⚠️</a:t>
            </a:r>
            <a:endParaRPr lang="en-US" sz="2800" dirty="0"/>
          </a:p>
        </p:txBody>
      </p:sp>
      <p:sp>
        <p:nvSpPr>
          <p:cNvPr id="17" name="Text 15"/>
          <p:cNvSpPr/>
          <p:nvPr/>
        </p:nvSpPr>
        <p:spPr>
          <a:xfrm>
            <a:off x="5897880" y="320040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Abhängigkeit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5897880" y="3566160"/>
            <a:ext cx="2560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Vendor Lock-in bei Cloud-Anbietern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280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Lösung: EmsAlarm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9144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Selbst-gehostetes Gateway mit Android als Messenger-Relay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1371600" y="1645920"/>
            <a:ext cx="6400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✅ Kostenersparnis: €3.500+ über 5 Jahre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371600" y="2148840"/>
            <a:ext cx="6400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✅ Eine API für alle Kanäle inkl. Signal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371600" y="2651760"/>
            <a:ext cx="6400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✅ SMS funktioniert ohne Internet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371600" y="3154680"/>
            <a:ext cx="6400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✅ Vollständige Datenkontrolle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371600" y="3657600"/>
            <a:ext cx="6400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✅ In 30 Minuten einsatzbereit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1097280" y="4389120"/>
            <a:ext cx="6949440" cy="640080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480560"/>
            <a:ext cx="6949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Android-Handy als Gateway = Niedrige Betriebskosten!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280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Systemarchitektur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914400" y="1188720"/>
            <a:ext cx="7315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Monitoring &amp; Scripts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(PRTG, PowerShell, Zabbix)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14400" y="1920240"/>
            <a:ext cx="7315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280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1828800" y="2103120"/>
            <a:ext cx="5486400" cy="59436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2194560"/>
            <a:ext cx="7315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Apprise API Gateway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(Zentrale Steuerung)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914400" y="3200400"/>
            <a:ext cx="7315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280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914400" y="3474720"/>
            <a:ext cx="7315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SMS | WhatsApp | Signal | Teams | Email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2286000" y="4389120"/>
            <a:ext cx="4572000" cy="640080"/>
          </a:xfrm>
          <a:prstGeom prst="rect">
            <a:avLst/>
          </a:prstGeom>
          <a:solidFill>
            <a:srgbClr val="F5F5F5"/>
          </a:solidFill>
          <a:ln w="25400">
            <a:solidFill>
              <a:srgbClr val="00A89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286000" y="448056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📱 Android Smartphone (€250)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(SMS/WhatsApp/Signal Relay)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🆘 SMS als Ausfallsicherung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731520" y="1005840"/>
            <a:ext cx="7680960" cy="548640"/>
          </a:xfrm>
          <a:prstGeom prst="rect">
            <a:avLst/>
          </a:prstGeom>
          <a:solidFill>
            <a:srgbClr val="CC0000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097280"/>
            <a:ext cx="7680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SMS ist der einzige Kanal, der ohne Internet funktioniert!</a:t>
            </a:r>
            <a:endParaRPr lang="en-US" sz="16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828800"/>
          <a:ext cx="731520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2514600"/>
                <a:gridCol w="251460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Szenario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0A8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A8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A8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A8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Internet-Kanäle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0A8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A8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A8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A8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SMS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0A8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A8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A8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A8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Internetausfall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0A8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A8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A8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A8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CC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❌ Nicht verfügbar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0A8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A8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A8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A8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8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✅ Funktioniert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0A8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A8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A8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A8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Stromausfall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0A8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A8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A8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A8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CC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❌ Nicht verfügbar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0A8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A8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A8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A8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8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✅ Funktioniert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0A8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A8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A8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A8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DDoS-Angriff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0A8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A8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A8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A8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CC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❌ Nicht verfügbar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0A8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A8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A8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A8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8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✅ Funktioniert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0A8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A8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A8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A8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Naturkatastrophe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0A8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A8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A8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A8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CC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❌ Nicht verfügbar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0A8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A8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A8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A8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8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✅ Funktioniert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0A8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A8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A8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A8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Normalbetrieb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0A8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A8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A8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A8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8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✅ Funktioniert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0A8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A8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A8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A8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8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✅ Funktioniert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0A8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A8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A8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A8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914400" y="4114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Warum SMS funktioniert: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1371600" y="4480560"/>
            <a:ext cx="6400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📡 Mobilfunknetz (GSM/LTE) - nicht Internet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1371600" y="4754880"/>
            <a:ext cx="6400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🔋 Funkmasten mit Notstrom-Batterien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1371600" y="5029200"/>
            <a:ext cx="6400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📶 Funktioniert bei Netzüberlastung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280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Technische Komponenten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914400" y="1188720"/>
            <a:ext cx="7315200" cy="502920"/>
          </a:xfrm>
          <a:prstGeom prst="rect">
            <a:avLst/>
          </a:prstGeom>
          <a:solidFill>
            <a:srgbClr val="F5F5F5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261872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Apprise API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3840480" y="1261872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Zentrale Steuerung &amp; Routing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949440" y="1280160"/>
            <a:ext cx="822960" cy="320040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7" name="Text 5"/>
          <p:cNvSpPr/>
          <p:nvPr/>
        </p:nvSpPr>
        <p:spPr>
          <a:xfrm>
            <a:off x="6949440" y="1280160"/>
            <a:ext cx="822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8000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914400" y="1874520"/>
            <a:ext cx="7315200" cy="502920"/>
          </a:xfrm>
          <a:prstGeom prst="rect">
            <a:avLst/>
          </a:prstGeom>
          <a:solidFill>
            <a:srgbClr val="F5F5F5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188720" y="1947672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SMS Gateway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3840480" y="1947672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SMS über Android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949440" y="1965960"/>
            <a:ext cx="822960" cy="320040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12" name="Text 10"/>
          <p:cNvSpPr/>
          <p:nvPr/>
        </p:nvSpPr>
        <p:spPr>
          <a:xfrm>
            <a:off x="6949440" y="1965960"/>
            <a:ext cx="822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3000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914400" y="2560320"/>
            <a:ext cx="7315200" cy="502920"/>
          </a:xfrm>
          <a:prstGeom prst="rect">
            <a:avLst/>
          </a:prstGeom>
          <a:solidFill>
            <a:srgbClr val="F5F5F5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88720" y="2633472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WhatsApp Gateway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3840480" y="2633472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WhatsApp über Android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949440" y="2651760"/>
            <a:ext cx="822960" cy="320040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17" name="Text 15"/>
          <p:cNvSpPr/>
          <p:nvPr/>
        </p:nvSpPr>
        <p:spPr>
          <a:xfrm>
            <a:off x="6949440" y="2651760"/>
            <a:ext cx="822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3001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914400" y="3246120"/>
            <a:ext cx="7315200" cy="502920"/>
          </a:xfrm>
          <a:prstGeom prst="rect">
            <a:avLst/>
          </a:prstGeom>
          <a:solidFill>
            <a:srgbClr val="F5F5F5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188720" y="3319272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Signal Gateway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3840480" y="3319272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Signal Messenger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949440" y="3337560"/>
            <a:ext cx="822960" cy="320040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22" name="Text 20"/>
          <p:cNvSpPr/>
          <p:nvPr/>
        </p:nvSpPr>
        <p:spPr>
          <a:xfrm>
            <a:off x="6949440" y="3337560"/>
            <a:ext cx="822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3002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914400" y="3931920"/>
            <a:ext cx="7315200" cy="502920"/>
          </a:xfrm>
          <a:prstGeom prst="rect">
            <a:avLst/>
          </a:prstGeom>
          <a:solidFill>
            <a:srgbClr val="F5F5F5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188720" y="4005072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ntfy (Optional)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3840480" y="4005072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Push-Notifications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6949440" y="4023360"/>
            <a:ext cx="822960" cy="320040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27" name="Text 25"/>
          <p:cNvSpPr/>
          <p:nvPr/>
        </p:nvSpPr>
        <p:spPr>
          <a:xfrm>
            <a:off x="6949440" y="4023360"/>
            <a:ext cx="822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8080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914400" y="475488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0280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Docker-basiert | Open Source | Selbst-gehostet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280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Verwendung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40080" y="100584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PowerShell Beispiel: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1371600"/>
            <a:ext cx="7863840" cy="1188720"/>
          </a:xfrm>
          <a:prstGeom prst="rect">
            <a:avLst/>
          </a:prstGeom>
          <a:solidFill>
            <a:srgbClr val="1E1E1E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508760"/>
            <a:ext cx="74980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Kritische Benachrichtigung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Send-CriticalAlert \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-Title "Server Alert" \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-Body "CPU Auslastung: 95%"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40080" y="283464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Verfügbare Kanäle: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371600" y="329184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📱 SMS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931920" y="329184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💬 WhatsApp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492240" y="329184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🔒 Signal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371600" y="365760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👥 Teams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931920" y="365760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📧 E-Mail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822960" y="4389120"/>
            <a:ext cx="7498080" cy="548640"/>
          </a:xfrm>
          <a:prstGeom prst="rect">
            <a:avLst/>
          </a:prstGeom>
          <a:solidFill>
            <a:srgbClr val="F5F5F5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05840" y="4480560"/>
            <a:ext cx="7132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Tag-System: kritisch | warnung | info | signal | teams | sms | whatsapp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280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PRTG Integration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1371600" y="1463040"/>
            <a:ext cx="457200" cy="45720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4" name="Text 2"/>
          <p:cNvSpPr/>
          <p:nvPr/>
        </p:nvSpPr>
        <p:spPr>
          <a:xfrm>
            <a:off x="1371600" y="14630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2103120" y="1536192"/>
            <a:ext cx="5669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PowerShell Script als PRTG Notification definieren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1371600" y="2286000"/>
            <a:ext cx="457200" cy="45720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7" name="Text 5"/>
          <p:cNvSpPr/>
          <p:nvPr/>
        </p:nvSpPr>
        <p:spPr>
          <a:xfrm>
            <a:off x="1371600" y="22860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2103120" y="2359152"/>
            <a:ext cx="5669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Sensor Warning/Error Trigger konfigurieren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1371600" y="3108960"/>
            <a:ext cx="457200" cy="45720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10" name="Text 8"/>
          <p:cNvSpPr/>
          <p:nvPr/>
        </p:nvSpPr>
        <p:spPr>
          <a:xfrm>
            <a:off x="1371600" y="31089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2103120" y="3182112"/>
            <a:ext cx="5669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Automatische Benachrichtigung bei Problemen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914400" y="4114800"/>
            <a:ext cx="7315200" cy="822960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13" name="Text 11"/>
          <p:cNvSpPr/>
          <p:nvPr/>
        </p:nvSpPr>
        <p:spPr>
          <a:xfrm>
            <a:off x="1097280" y="4206240"/>
            <a:ext cx="6949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Weitere Use Cases: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097280" y="4572000"/>
            <a:ext cx="6949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VMware Alerts | Veeam Backup | Active Directory Events | MikroTik Scripts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280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Kosten &amp; ROI</a:t>
            </a:r>
            <a:endParaRPr lang="en-US" sz="3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097280" y="1097280"/>
          <a:ext cx="694944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2651760"/>
                <a:gridCol w="265176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0A8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A8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A8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A8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EmsAlarm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0A8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A8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A8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A8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Cloud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0A8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A8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A8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A8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Einrichtung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0A8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A8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A8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A8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€250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0A8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A8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A8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A8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€0-500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0A8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A8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A8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A8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Monatlich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0A8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A8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A8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A8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08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€15-20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0A8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A8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A8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A8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CC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€50-100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0A8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A8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A8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A8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Jahr 1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0A8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A8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A8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A8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08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€430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0A8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A8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A8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A8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CC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€900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0A8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A8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A8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A8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 Jahre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0A8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A8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A8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A8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08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€970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0A8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A8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A8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A8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CC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€4.500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0A8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A8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A8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A8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1371600" y="3931920"/>
            <a:ext cx="3200400" cy="731520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5" name="Text 2"/>
          <p:cNvSpPr/>
          <p:nvPr/>
        </p:nvSpPr>
        <p:spPr>
          <a:xfrm>
            <a:off x="1371600" y="402336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💰 Einsparung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Jahre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1371600" y="434340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€3.530</a:t>
            </a:r>
            <a:endParaRPr lang="en-US" sz="2200" dirty="0"/>
          </a:p>
        </p:txBody>
      </p:sp>
      <p:sp>
        <p:nvSpPr>
          <p:cNvPr id="7" name="Shape 4"/>
          <p:cNvSpPr/>
          <p:nvPr/>
        </p:nvSpPr>
        <p:spPr>
          <a:xfrm>
            <a:off x="5029200" y="3931920"/>
            <a:ext cx="3200400" cy="73152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8" name="Text 5"/>
          <p:cNvSpPr/>
          <p:nvPr/>
        </p:nvSpPr>
        <p:spPr>
          <a:xfrm>
            <a:off x="5029200" y="402336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⏱️ Amortisation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5029200" y="434340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Monate</a:t>
            </a:r>
            <a:endParaRPr lang="en-US" sz="2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280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Nächste Schritte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914400" y="1188720"/>
            <a:ext cx="7315200" cy="41148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4" name="Text 2"/>
          <p:cNvSpPr/>
          <p:nvPr/>
        </p:nvSpPr>
        <p:spPr>
          <a:xfrm>
            <a:off x="1097280" y="123444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1: Setup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943600" y="1234440"/>
            <a:ext cx="2103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Tag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371600" y="1691640"/>
            <a:ext cx="5943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Docker Container deployen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371600" y="1901952"/>
            <a:ext cx="5943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Android Apps konfigurieren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371600" y="2112264"/>
            <a:ext cx="5943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Erste Tests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914400" y="2377440"/>
            <a:ext cx="7315200" cy="41148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242316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2: Integration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5943600" y="2423160"/>
            <a:ext cx="2103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2-3 Tage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371600" y="2880360"/>
            <a:ext cx="5943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PRTG Notifications einrichten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371600" y="3090672"/>
            <a:ext cx="5943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PowerShell Scripts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371600" y="3300984"/>
            <a:ext cx="5943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Monitoring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914400" y="3566160"/>
            <a:ext cx="7315200" cy="41148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16" name="Text 14"/>
          <p:cNvSpPr/>
          <p:nvPr/>
        </p:nvSpPr>
        <p:spPr>
          <a:xfrm>
            <a:off x="1097280" y="361188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3: Rollout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5943600" y="3611880"/>
            <a:ext cx="2103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Tag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371600" y="4069080"/>
            <a:ext cx="5943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Dokumentation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371600" y="4279392"/>
            <a:ext cx="5943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Team-Schulung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371600" y="4489704"/>
            <a:ext cx="5943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Produktiv-Betrieb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2286000" y="475488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280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Gesamtdauer: 4-5 Tage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2809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7315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EmsAlarm - Zusammenfassung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1371600" y="1645920"/>
            <a:ext cx="6400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💰 €3.500+ Ersparnis über 5 Jahre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371600" y="2148840"/>
            <a:ext cx="6400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🆘 SMS funktioniert ohne Internet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371600" y="2651760"/>
            <a:ext cx="6400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🔒 100% Datenkontrolle inkl. Signal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371600" y="3154680"/>
            <a:ext cx="6400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⚡ Sofort einsatzbereit in 30 Minuten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371600" y="3657600"/>
            <a:ext cx="6400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📱 Nur €250 Anschaffung + €15/Monat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1828800" y="4114800"/>
            <a:ext cx="5486400" cy="640080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9" name="Text 7"/>
          <p:cNvSpPr/>
          <p:nvPr/>
        </p:nvSpPr>
        <p:spPr>
          <a:xfrm>
            <a:off x="1828800" y="420624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Bereit für die Implementierung?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2026-01-29T23:08:17Z</dcterms:created>
  <dcterms:modified xsi:type="dcterms:W3CDTF">2026-01-29T23:08:17Z</dcterms:modified>
</cp:coreProperties>
</file>