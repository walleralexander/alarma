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30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</a:t>
            </a: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Notification Gateway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| WhatsApp | Signal | Teams | E-Mail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Konzept von
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Alexander Waller und Claude AI
</a:t>
            </a: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WebPoint Internet Solutions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Alexander Waller</a:t>
            </a:r>
            <a:b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Januar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Kosten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SMS-Gateways: €50-100/Monat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88620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8978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Komplexität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9788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Verschiedene APIs für jeden Kanal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8620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Datenschutz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Daten über externe Services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388620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978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Abhängigkeit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97880" y="3566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 bei Cloud-Anbietern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Lösung: </a:t>
            </a:r>
            <a:r>
              <a:rPr lang="en-US" sz="3200" b="1" dirty="0" err="1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</a:t>
            </a: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Selbst-gehostetes Gateway mit Android als Messenger-Relay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Kostenersparnis: €3.500+ über 5 Jahre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Eine API für alle Kanäle inkl. Signal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SMS funktioniert ohne Internet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Vollständige Datenkontrolle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 30 Minuten einsatzbereit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4389120"/>
            <a:ext cx="69494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480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Android-Handy als Gateway = Niedrige Betriebskosten!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Systemarchitektur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Scripts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(PRTG, PowerShell, Zabbix)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0" y="2103120"/>
            <a:ext cx="548640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Apprise API Gateway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(Zentrale Steuerung)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| WhatsApp | Signal | Teams | Email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389120"/>
            <a:ext cx="45720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Android Smartphone (€250)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(SMS/WhatsApp/Signal Relay)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 SMS als Ausfallsicherung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ist der einzige Kanal, der ohne Internet funktioniert!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7315200" cy="1569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Szenario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Internet-Kanäle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Internetausfall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Nicht verfügbar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Funktioniert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Stromausfall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Nicht verfügbar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Funktioniert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DDoS-Angriff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Nicht verfügbar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Funktioniert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Naturkatastrophe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Nicht verfügbar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Funktioniert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Normalbetrieb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Funktioniert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Funktioniert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SMS funktioniert: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4480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Mobilfunknetz (GSM/LTE) - nicht Internet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716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Funkmasten mit Notstrom-Batterien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50292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 Funktioniert bei Netzüberlastung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Komponenten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261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Apprise API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261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Zentrale Steuerung &amp; Routing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0" y="1280160"/>
            <a:ext cx="8229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280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73152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47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Gateway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947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über Android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965960"/>
            <a:ext cx="8229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633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Gateway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633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über Android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651760"/>
            <a:ext cx="8229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6517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73152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319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Gateway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3319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Messenger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3337560"/>
            <a:ext cx="8229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3375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3931920"/>
            <a:ext cx="731520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0050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ntfy (Optional)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4005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Push-Notifications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4023360"/>
            <a:ext cx="8229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4023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Docker-basiert | Open Source | Selbst-gehostet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Verwendung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Beispiel: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Kritische Benachrichtigung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Send-CriticalAlert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-Title "Server Alert"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-Body "CPU Auslastung: 95%"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Verfügbare Kanäle: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WhatsApp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Signal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Teams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E-Mail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74980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80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Tag-System: kritisch | warnung | info | signal | teams | sms | whatsapp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PRTG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536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Script als PRTG Notification definieren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3591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Warning/Error Trigger konfigurieren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318211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Benachrichtigung bei Problemen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7315200" cy="822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06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Use Cases: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5720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Alerts | Veeam Backup | Active Directory Events | MikroTik Scripts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&amp; ROI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218636"/>
              </p:ext>
            </p:extLst>
          </p:nvPr>
        </p:nvGraphicFramePr>
        <p:xfrm>
          <a:off x="1097280" y="1097280"/>
          <a:ext cx="6949440" cy="1447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Alarma</a:t>
                      </a: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!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Einrichtung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€0-500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Monatlich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€15-20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€50-100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Jahre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€4.500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71600" y="3931920"/>
            <a:ext cx="32004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Einsparung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Jahre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1600" y="4343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€3.530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0" y="3931920"/>
            <a:ext cx="32004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Amortisation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4343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Monate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 Schritte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34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Setup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Container deployen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Android Apps konfigurieren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11226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Erste Tests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73152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Integration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2423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Tage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PRTG Notifications einrichten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0906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PowerShell Scripts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30098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73152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Rollout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06908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Dokumentation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427939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Team-Schulung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489704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Produktiv-Betrieb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Gesamtdauer: 4-5 Tage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- Zusammenfassung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€3.500+ Ersparnis über 5 Jahre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 SMS funktioniert ohne Internet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100% Datenkontrolle inkl. Signal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Sofort einsatzbereit in 30 Minuten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Nur €250 Anschaffung + €15/Monat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 für die Implementierung?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Microsoft Office PowerPoint</Application>
  <PresentationFormat>Bildschirmpräsentation 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Waller</cp:lastModifiedBy>
  <cp:revision>2</cp:revision>
  <dcterms:created xsi:type="dcterms:W3CDTF">2026-01-29T23:08:17Z</dcterms:created>
  <dcterms:modified xsi:type="dcterms:W3CDTF">2026-02-02T07:22:10Z</dcterms:modified>
</cp:coreProperties>
</file>